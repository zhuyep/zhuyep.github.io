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航空发动机资料库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600"/>
            </a:pPr>
            <a:r>
              <a:t>Wiki首页 / 资料分类 / 文件预览 / 上传下载</a:t>
            </a:r>
          </a:p>
          <a:p>
            <a:pPr>
              <a:defRPr sz="2600"/>
            </a:pPr>
            <a:r>
              <a:t>本地试用版 · 原创演示文件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沿着主题找到资料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600"/>
            </a:pPr>
            <a:r>
              <a:t>总体与性能</a:t>
            </a:r>
          </a:p>
          <a:p>
            <a:pPr>
              <a:defRPr sz="2600"/>
            </a:pPr>
            <a:r>
              <a:t>部件与原理</a:t>
            </a:r>
          </a:p>
          <a:p>
            <a:pPr>
              <a:defRPr sz="2600"/>
            </a:pPr>
            <a:r>
              <a:t>试验与制造</a:t>
            </a:r>
          </a:p>
          <a:p>
            <a:pPr>
              <a:defRPr sz="2600"/>
            </a:pPr>
            <a:r>
              <a:t>标准与手册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每份资料都有出处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600"/>
            </a:pPr>
            <a:r>
              <a:t>简介与适用问题</a:t>
            </a:r>
          </a:p>
          <a:p>
            <a:pPr>
              <a:defRPr sz="2600"/>
            </a:pPr>
            <a:r>
              <a:t>作者 / 年份 / 版本</a:t>
            </a:r>
          </a:p>
          <a:p>
            <a:pPr>
              <a:defRPr sz="2600"/>
            </a:pPr>
            <a:r>
              <a:t>原始出处 / 关联知识页</a:t>
            </a:r>
          </a:p>
          <a:p>
            <a:pPr>
              <a:defRPr sz="2600"/>
            </a:pPr>
            <a:r>
              <a:t>在线预览 / 原文件下载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从第一份资料开始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600"/>
            </a:pPr>
            <a:r>
              <a:t>上传一个PDF、Word、PPT或Excel文件</a:t>
            </a:r>
          </a:p>
          <a:p>
            <a:pPr>
              <a:defRPr sz="2600"/>
            </a:pPr>
            <a:r>
              <a:t>补充摘要与版本信息</a:t>
            </a:r>
          </a:p>
          <a:p>
            <a:pPr>
              <a:defRPr sz="2600"/>
            </a:pPr>
            <a:r>
              <a:t>检查预览、翻页与下载</a:t>
            </a:r>
          </a:p>
          <a:p>
            <a:pPr>
              <a:defRPr sz="2600"/>
            </a:pPr>
            <a:r>
              <a:t>示范内容不代表正式技术结论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